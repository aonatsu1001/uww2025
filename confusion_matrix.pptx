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F2DD91-129D-834D-7477-AD918DC1E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C0B4F2-B1F7-6BDF-B385-527C2C014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D5478E-B7A1-6C40-0077-8AADB64E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09502F-D01C-A215-D4EC-E153CB2E9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376622-AA41-8939-B260-7E6F4647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26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425223-C211-5809-24C8-F032CB02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E97297-5725-9BF8-2B12-35FC607E2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DD9191-972C-0DFC-F040-D955875C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2E6D0B-9CC0-D645-3AC9-699E7F7A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41D947-C863-39BA-3080-E042DA93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872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84457C-6625-69ED-508A-E9968425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E7D6FE-66B8-DC52-2915-141CE04FA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B40E1-A0F6-05BB-6E5E-E6755DA1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81192D-87C5-067F-0CC0-52E31901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3897BB-E993-E620-EDCB-64CE1F04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24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528714-6373-18F0-9138-C410CF01B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5321C0-5304-5F82-04B0-89476A22F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3107D5-E263-73F2-DDD1-8C0FF1A13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94D135-10E8-B0A4-001F-8BB9F374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05A71D-B29D-A589-364D-B1A258FC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CAA967-3CD3-5204-6257-648E316F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4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298F07-F9F1-D248-0FB1-1C3165D9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50910A-8B28-8FB4-8126-CD3943159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3360A2-B477-C073-EB5D-648FBED0D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B917FE-F9D2-F819-FDA6-D4459EFC9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2455D3E-BCA5-3010-209F-14CE5B2C7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DAD22A8-A04A-3C93-2AE9-1DA227A17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2022656-11BB-347D-00DD-FE5B1A346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C42C5EC-169E-3840-414E-3C154021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433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8E8857-558B-82A4-1244-B02E25F5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71D32B-ADCB-8C2B-1D0C-4683B689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CE75EA-47B2-82E3-0713-7F684C1B3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DE4F0B-12E5-375B-520F-C78B3A3B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14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67C3A3-FE9E-641D-93EF-E16061AB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ED459BB-62D5-A85C-3DB8-BA3C02BC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3E0D37-A653-0B9F-E311-50847048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892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95765A-1191-FA8F-9FBB-D650DBE01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9550B3-48D7-4061-3F2C-4148420CB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CAC719-D563-7636-49F0-B8B51DABB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9EC4CD-938E-4794-ABAF-B86FCBE3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BD212A-5A17-C533-7165-626EC50E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3988E1-8B38-8CBA-0072-78B0AF53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26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37F33D-E20C-B285-5C33-AB1026CF5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0D1B2B9-5E30-332F-4711-91ACEB4AB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209AB6-9FED-1E58-A372-A45D93396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070DDF-57F5-BF2B-782E-ABD76467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56661D-9AFF-64CF-CF8C-88BB9D12B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38A428-CED7-80C8-1F48-8135146C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38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35F49D-F063-D874-34EC-995A79D5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47CD4E-E0F7-97C9-CD9B-290C4F5C2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6F64D3-D9FB-94C8-9C19-27534E070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71FB0D-263D-C1BA-252E-23EADF320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2C7AC3-E088-7591-4F31-CEAA3706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53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F1E8883-CD97-7C74-6D2C-5F0DA196E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AFFC4D-E87A-1C7E-7498-1A92FC253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4E550B-4997-CCF0-AF3A-1860C8D1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FC2C17-29A2-3674-5C73-6CB8BD4B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2A3420-D53D-6BF5-EBF1-9753E7C4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09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611969-0A76-B8C2-CF56-27EA4C21C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EAF56C-58B8-C253-D5A0-19B7E35D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63890E-652A-DB01-F762-AD52DAF6C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1C82B-7620-43FE-BF2E-6DCC2238275A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8933D1-93A4-7D11-7F55-0C8EEEFE7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548BB5-B14B-0A01-9822-668A9757A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A2BA9-4C84-4E2E-8D6F-E5C1E94F19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646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9EF7CF0-2DF8-C944-4208-DA529D1C0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251" y="-622300"/>
            <a:ext cx="10321498" cy="774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79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堀部　青夏</dc:creator>
  <cp:lastModifiedBy>堀部　青夏</cp:lastModifiedBy>
  <cp:revision>6</cp:revision>
  <cp:lastPrinted>2025-11-19T09:05:28Z</cp:lastPrinted>
  <dcterms:created xsi:type="dcterms:W3CDTF">2025-11-19T08:43:32Z</dcterms:created>
  <dcterms:modified xsi:type="dcterms:W3CDTF">2025-11-19T09:30:18Z</dcterms:modified>
</cp:coreProperties>
</file>