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4F0F05-3189-F7A4-1737-5CB924998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BB7F1A6-AF33-3A7F-F04F-0FADF26C16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79F588F-DC20-D87F-01B9-E12D3C3E8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B543E-352A-4E83-B3AE-B9EF5EACFCCE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E9BF55-E1CC-EAEB-1D06-778BC574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4C6497B-4B91-FD47-0998-7803AEF95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0D53B-C411-444C-8CED-18725FA95B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8760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92A43B-2566-7589-D621-357088934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5CC70CB-5B82-63A3-5BCF-22194F7CB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0B11D4D-4CC9-B537-6BEA-E2E4320FA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B543E-352A-4E83-B3AE-B9EF5EACFCCE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D6EB51-1DED-90E8-B26B-35741D01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C2CE26-5C01-3F38-3B43-AAE08CC62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0D53B-C411-444C-8CED-18725FA95B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6287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382631-21E4-E532-6481-D0C3780A9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59597D9-4C66-4243-F276-979329C34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23F5EA-D79E-7DD3-C43C-03C908EB0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B543E-352A-4E83-B3AE-B9EF5EACFCCE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7F0C75D-C17B-9D86-9C02-10A1C7095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1E88F53-FF00-F9AD-6103-68BD82C87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0D53B-C411-444C-8CED-18725FA95B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5996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EC20AA-FED5-52B5-EC2C-3890DA6EF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F5207D-12BD-FB24-BC82-0633118848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F43E75B-35B7-A414-CBE4-5727E2BB2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3C8B850-091A-983C-66E9-CE601F2A7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B543E-352A-4E83-B3AE-B9EF5EACFCCE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612EA74-C9F0-9515-B582-5DBA8AC99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30B7F2C-0D1A-FFF4-6074-32148EB6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0D53B-C411-444C-8CED-18725FA95B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1524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CCF56F-D6D3-BB34-BA74-2B62948E9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EA378-89B4-0956-2734-A02EFD899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192BD7D-DBC4-7B6D-EBEE-9B8354D56F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C713D9F-BAE7-F9B0-3816-B32CE28602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37845EC-E52F-44F7-ECD2-E409B150E0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CE79C84-4390-4B81-65BC-1D902C9CA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B543E-352A-4E83-B3AE-B9EF5EACFCCE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90E8581-E362-5B7F-EAAA-19E27672A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D24A79A-1B59-22C2-0E52-6F3D7BDAF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0D53B-C411-444C-8CED-18725FA95B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7470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8FB2FB-9AD5-A3CE-B1ED-2DA11FAD3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41DCD8F-57AB-F31B-402F-D2A5C95E8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B543E-352A-4E83-B3AE-B9EF5EACFCCE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2DF9C36-14B0-5399-F717-CFCCBE20D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5496435-8C30-E71D-755D-C378E0997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0D53B-C411-444C-8CED-18725FA95B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1485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F1055B4-5426-45E7-D306-172A9D91B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B543E-352A-4E83-B3AE-B9EF5EACFCCE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FB73DB7-0FB1-D529-0E7E-BF559F657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3A1CC7B-4E1A-4768-2441-D9337BA25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0D53B-C411-444C-8CED-18725FA95B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0258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7DF789-90E9-7C8F-9329-5FB1EC0CE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FD28C0C-8ADC-7F21-7226-769CD0BBC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93AAF57-E1BA-A9DD-F364-C668B8968E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89C2B17-6023-3C18-F88B-D5226E4DF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B543E-352A-4E83-B3AE-B9EF5EACFCCE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825A787-0F91-411E-201E-125BAC713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0A8EFED-7C91-5713-3A2C-7968802FE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0D53B-C411-444C-8CED-18725FA95B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2094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F5291A-10FF-7DCA-69FF-96E54E7FB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8DCABD2-8044-FF6C-9729-873DE506A8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A929E73-9FCF-7B6B-8FE2-A41736DF7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5C733B5-4B6A-337A-DC81-620FE1337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B543E-352A-4E83-B3AE-B9EF5EACFCCE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61437A0-6606-F4B1-0517-62578B2A6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F9F5E45-DABC-7768-36DD-5CF05967A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0D53B-C411-444C-8CED-18725FA95B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5592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AE4C4F-D73E-3C95-7987-DA9E8C2BE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739A84F-9215-FB1F-02A3-571CA477CA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601ECB8-3F19-FABB-5F03-C9CBBDAC6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B543E-352A-4E83-B3AE-B9EF5EACFCCE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207637-72D7-16FF-225F-35AC7C795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A022AF-A12A-2D76-8077-18D44E504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0D53B-C411-444C-8CED-18725FA95B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9507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FADC339-9613-EA72-85B1-6FFE411778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BA44CB0-CEB0-C803-7D2E-00CD631A61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B02F150-EB2F-6DD8-1EAA-B69DF9C96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B543E-352A-4E83-B3AE-B9EF5EACFCCE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B6BFC5B-1466-E6D8-540A-737F3C45F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FC5A9F2-5A51-16A8-CB95-E79153243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0D53B-C411-444C-8CED-18725FA95B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6314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8FC71BD-038A-C293-0EEC-7547DA58A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9D5E66E-CB03-1146-2E3F-6E9A2AE7E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F45089A-0274-5D0C-1669-1E92C343C2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DB543E-352A-4E83-B3AE-B9EF5EACFCCE}" type="datetimeFigureOut">
              <a:rPr kumimoji="1" lang="ja-JP" altLang="en-US" smtClean="0"/>
              <a:t>2025/12/4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11AA9CC-255B-484E-B204-23AD2BE4FA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118BBB-91E5-FB1E-2CFB-9CD21709B7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90D53B-C411-444C-8CED-18725FA95B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6733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F9E47442-034A-063A-0375-4122502CF0A4}"/>
              </a:ext>
            </a:extLst>
          </p:cNvPr>
          <p:cNvGrpSpPr/>
          <p:nvPr/>
        </p:nvGrpSpPr>
        <p:grpSpPr>
          <a:xfrm>
            <a:off x="-1" y="228600"/>
            <a:ext cx="12728449" cy="6144768"/>
            <a:chOff x="1335225" y="1042416"/>
            <a:chExt cx="9560363" cy="4615347"/>
          </a:xfrm>
        </p:grpSpPr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7FED1E92-7CE2-F2BF-5DF3-E9E9C864898A}"/>
                </a:ext>
              </a:extLst>
            </p:cNvPr>
            <p:cNvSpPr txBox="1"/>
            <p:nvPr/>
          </p:nvSpPr>
          <p:spPr>
            <a:xfrm>
              <a:off x="8963650" y="1441196"/>
              <a:ext cx="1931938" cy="392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800" dirty="0"/>
                <a:t>基準点</a:t>
              </a: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02837697-817D-A5A2-A4D7-0CBCF5AF9B60}"/>
                </a:ext>
              </a:extLst>
            </p:cNvPr>
            <p:cNvSpPr txBox="1"/>
            <p:nvPr/>
          </p:nvSpPr>
          <p:spPr>
            <a:xfrm>
              <a:off x="7730877" y="4266561"/>
              <a:ext cx="1160632" cy="392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800" dirty="0"/>
                <a:t>ユーザ</a:t>
              </a:r>
            </a:p>
          </p:txBody>
        </p:sp>
        <p:sp>
          <p:nvSpPr>
            <p:cNvPr id="6" name="楕円 5">
              <a:extLst>
                <a:ext uri="{FF2B5EF4-FFF2-40B4-BE49-F238E27FC236}">
                  <a16:creationId xmlns:a16="http://schemas.microsoft.com/office/drawing/2014/main" id="{6375D0C7-3285-AB2F-1942-2103392A011A}"/>
                </a:ext>
              </a:extLst>
            </p:cNvPr>
            <p:cNvSpPr/>
            <p:nvPr/>
          </p:nvSpPr>
          <p:spPr>
            <a:xfrm>
              <a:off x="6608136" y="4337729"/>
              <a:ext cx="386396" cy="258783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7" name="図 6" descr="アイコン&#10;&#10;中程度の精度で自動的に生成された説明">
              <a:extLst>
                <a:ext uri="{FF2B5EF4-FFF2-40B4-BE49-F238E27FC236}">
                  <a16:creationId xmlns:a16="http://schemas.microsoft.com/office/drawing/2014/main" id="{0DF2AFB2-6519-830E-4A9D-E4E6305C4F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47087" y="4307904"/>
              <a:ext cx="508493" cy="176956"/>
            </a:xfrm>
            <a:prstGeom prst="rect">
              <a:avLst/>
            </a:prstGeom>
          </p:spPr>
        </p:pic>
        <p:cxnSp>
          <p:nvCxnSpPr>
            <p:cNvPr id="8" name="直線コネクタ 7">
              <a:extLst>
                <a:ext uri="{FF2B5EF4-FFF2-40B4-BE49-F238E27FC236}">
                  <a16:creationId xmlns:a16="http://schemas.microsoft.com/office/drawing/2014/main" id="{7B3896D2-ACCD-902A-FD67-24454B6F47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94840" y="2917141"/>
              <a:ext cx="502896" cy="1505866"/>
            </a:xfrm>
            <a:prstGeom prst="line">
              <a:avLst/>
            </a:prstGeom>
            <a:ln w="15875">
              <a:solidFill>
                <a:schemeClr val="tx1"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6910A5B1-B752-065D-B3D3-6704A4746FF9}"/>
                </a:ext>
              </a:extLst>
            </p:cNvPr>
            <p:cNvCxnSpPr>
              <a:cxnSpLocks/>
              <a:stCxn id="6" idx="6"/>
            </p:cNvCxnSpPr>
            <p:nvPr/>
          </p:nvCxnSpPr>
          <p:spPr>
            <a:xfrm>
              <a:off x="6994532" y="4467120"/>
              <a:ext cx="784771" cy="0"/>
            </a:xfrm>
            <a:prstGeom prst="line">
              <a:avLst/>
            </a:prstGeom>
            <a:ln w="1905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91F8BC8C-C3E3-E456-6E91-C5A7E484661D}"/>
                </a:ext>
              </a:extLst>
            </p:cNvPr>
            <p:cNvSpPr txBox="1"/>
            <p:nvPr/>
          </p:nvSpPr>
          <p:spPr>
            <a:xfrm>
              <a:off x="8934244" y="1042416"/>
              <a:ext cx="1810365" cy="392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800" dirty="0">
                  <a:latin typeface="+mn-ea"/>
                </a:rPr>
                <a:t>HMD</a:t>
              </a:r>
              <a:r>
                <a:rPr kumimoji="1" lang="ja-JP" altLang="en-US" sz="2800" dirty="0">
                  <a:latin typeface="+mn-ea"/>
                </a:rPr>
                <a:t>画面</a:t>
              </a:r>
            </a:p>
          </p:txBody>
        </p: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B53DFBFA-ABB9-A7B8-85AA-DBC8BB3879AF}"/>
                </a:ext>
              </a:extLst>
            </p:cNvPr>
            <p:cNvCxnSpPr>
              <a:cxnSpLocks/>
            </p:cNvCxnSpPr>
            <p:nvPr/>
          </p:nvCxnSpPr>
          <p:spPr>
            <a:xfrm>
              <a:off x="7018908" y="1217787"/>
              <a:ext cx="1944742" cy="0"/>
            </a:xfrm>
            <a:prstGeom prst="line">
              <a:avLst/>
            </a:prstGeom>
            <a:ln w="1905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C8E2DA54-2189-163A-88D4-42B2DD6FEC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99656" y="1628467"/>
              <a:ext cx="324223" cy="711712"/>
            </a:xfrm>
            <a:prstGeom prst="line">
              <a:avLst/>
            </a:prstGeom>
            <a:ln w="1905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B17B94BC-CA2F-49BE-754F-A9C18E1F5243}"/>
                </a:ext>
              </a:extLst>
            </p:cNvPr>
            <p:cNvCxnSpPr>
              <a:cxnSpLocks/>
            </p:cNvCxnSpPr>
            <p:nvPr/>
          </p:nvCxnSpPr>
          <p:spPr>
            <a:xfrm>
              <a:off x="7123880" y="1625407"/>
              <a:ext cx="1810365" cy="0"/>
            </a:xfrm>
            <a:prstGeom prst="line">
              <a:avLst/>
            </a:prstGeom>
            <a:ln w="1905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32C6D8C1-FF53-AB03-0C33-76BD81B076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5375" y="1217787"/>
              <a:ext cx="326402" cy="716497"/>
            </a:xfrm>
            <a:prstGeom prst="line">
              <a:avLst/>
            </a:prstGeom>
            <a:ln w="1905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楕円 14">
              <a:extLst>
                <a:ext uri="{FF2B5EF4-FFF2-40B4-BE49-F238E27FC236}">
                  <a16:creationId xmlns:a16="http://schemas.microsoft.com/office/drawing/2014/main" id="{C1C42144-A685-065B-7990-A0B950C7F02A}"/>
                </a:ext>
              </a:extLst>
            </p:cNvPr>
            <p:cNvSpPr/>
            <p:nvPr/>
          </p:nvSpPr>
          <p:spPr>
            <a:xfrm>
              <a:off x="6686289" y="2320622"/>
              <a:ext cx="202871" cy="196393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台形 15">
              <a:extLst>
                <a:ext uri="{FF2B5EF4-FFF2-40B4-BE49-F238E27FC236}">
                  <a16:creationId xmlns:a16="http://schemas.microsoft.com/office/drawing/2014/main" id="{A0DB2FA6-9128-07B4-1820-03A66B92A710}"/>
                </a:ext>
              </a:extLst>
            </p:cNvPr>
            <p:cNvSpPr/>
            <p:nvPr/>
          </p:nvSpPr>
          <p:spPr>
            <a:xfrm rot="16200000" flipV="1">
              <a:off x="3278667" y="3913595"/>
              <a:ext cx="2462997" cy="1025339"/>
            </a:xfrm>
            <a:prstGeom prst="trapezoid">
              <a:avLst>
                <a:gd name="adj" fmla="val 53931"/>
              </a:avLst>
            </a:prstGeom>
            <a:noFill/>
            <a:ln w="285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台形 16">
              <a:extLst>
                <a:ext uri="{FF2B5EF4-FFF2-40B4-BE49-F238E27FC236}">
                  <a16:creationId xmlns:a16="http://schemas.microsoft.com/office/drawing/2014/main" id="{E32BF937-5E0B-3EDF-D263-C7C53A3E8EDF}"/>
                </a:ext>
              </a:extLst>
            </p:cNvPr>
            <p:cNvSpPr/>
            <p:nvPr/>
          </p:nvSpPr>
          <p:spPr>
            <a:xfrm flipV="1">
              <a:off x="5529218" y="1924541"/>
              <a:ext cx="2544233" cy="992600"/>
            </a:xfrm>
            <a:prstGeom prst="trapezoid">
              <a:avLst>
                <a:gd name="adj" fmla="val 53931"/>
              </a:avLst>
            </a:prstGeom>
            <a:noFill/>
            <a:ln w="285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E8E51AE3-9C65-427B-3E96-727D6F3E1D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49983" y="2896558"/>
              <a:ext cx="502896" cy="1505866"/>
            </a:xfrm>
            <a:prstGeom prst="line">
              <a:avLst/>
            </a:prstGeom>
            <a:ln w="15875">
              <a:solidFill>
                <a:schemeClr val="tx1"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AA061683-D352-7523-BBAB-12952597B017}"/>
                </a:ext>
              </a:extLst>
            </p:cNvPr>
            <p:cNvCxnSpPr>
              <a:stCxn id="16" idx="3"/>
              <a:endCxn id="16" idx="1"/>
            </p:cNvCxnSpPr>
            <p:nvPr/>
          </p:nvCxnSpPr>
          <p:spPr>
            <a:xfrm>
              <a:off x="4510164" y="3462426"/>
              <a:ext cx="0" cy="1927677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61769A40-D688-54BD-0E9F-D12A01822E44}"/>
                </a:ext>
              </a:extLst>
            </p:cNvPr>
            <p:cNvCxnSpPr>
              <a:cxnSpLocks/>
              <a:stCxn id="16" idx="0"/>
              <a:endCxn id="16" idx="2"/>
            </p:cNvCxnSpPr>
            <p:nvPr/>
          </p:nvCxnSpPr>
          <p:spPr>
            <a:xfrm flipH="1">
              <a:off x="3997495" y="4426264"/>
              <a:ext cx="1025339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EE187D48-3D46-D7F7-C200-ABD83927E34A}"/>
                </a:ext>
              </a:extLst>
            </p:cNvPr>
            <p:cNvSpPr txBox="1"/>
            <p:nvPr/>
          </p:nvSpPr>
          <p:spPr>
            <a:xfrm>
              <a:off x="4087584" y="4675513"/>
              <a:ext cx="512658" cy="6002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dirty="0">
                  <a:latin typeface="+mn-ea"/>
                </a:rPr>
                <a:t>1</a:t>
              </a:r>
              <a:endParaRPr kumimoji="1" lang="ja-JP" altLang="en-US" sz="2400" dirty="0">
                <a:latin typeface="+mn-ea"/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02D94B48-1080-372C-D6B6-2CF2B4429BE3}"/>
                </a:ext>
              </a:extLst>
            </p:cNvPr>
            <p:cNvSpPr txBox="1"/>
            <p:nvPr/>
          </p:nvSpPr>
          <p:spPr>
            <a:xfrm>
              <a:off x="4087584" y="3780708"/>
              <a:ext cx="512658" cy="6002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dirty="0">
                  <a:latin typeface="+mn-ea"/>
                </a:rPr>
                <a:t>2</a:t>
              </a:r>
              <a:endParaRPr kumimoji="1" lang="ja-JP" altLang="en-US" sz="2400" dirty="0">
                <a:latin typeface="+mn-ea"/>
              </a:endParaRP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C940FAD5-D6AE-96EF-40D3-CB689FA66E67}"/>
                </a:ext>
              </a:extLst>
            </p:cNvPr>
            <p:cNvSpPr txBox="1"/>
            <p:nvPr/>
          </p:nvSpPr>
          <p:spPr>
            <a:xfrm>
              <a:off x="4600253" y="3803377"/>
              <a:ext cx="512658" cy="6002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dirty="0">
                  <a:latin typeface="+mn-ea"/>
                </a:rPr>
                <a:t>3</a:t>
              </a:r>
              <a:endParaRPr kumimoji="1" lang="ja-JP" altLang="en-US" sz="2400" dirty="0">
                <a:latin typeface="+mn-ea"/>
              </a:endParaRPr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949CE92A-67DC-511E-23F0-D2BA674BCFD3}"/>
                </a:ext>
              </a:extLst>
            </p:cNvPr>
            <p:cNvSpPr txBox="1"/>
            <p:nvPr/>
          </p:nvSpPr>
          <p:spPr>
            <a:xfrm>
              <a:off x="4604289" y="4663504"/>
              <a:ext cx="512658" cy="6002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dirty="0">
                  <a:latin typeface="+mn-ea"/>
                </a:rPr>
                <a:t>4</a:t>
              </a:r>
              <a:endParaRPr kumimoji="1" lang="ja-JP" altLang="en-US" sz="2400" dirty="0">
                <a:latin typeface="+mn-ea"/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2FAC188A-0F12-6130-7E9D-1347095ADBA3}"/>
                </a:ext>
              </a:extLst>
            </p:cNvPr>
            <p:cNvSpPr txBox="1"/>
            <p:nvPr/>
          </p:nvSpPr>
          <p:spPr>
            <a:xfrm>
              <a:off x="1335225" y="3361418"/>
              <a:ext cx="2149599" cy="392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800" dirty="0">
                  <a:latin typeface="+mn-ea"/>
                </a:rPr>
                <a:t>左側の視野外</a:t>
              </a:r>
            </a:p>
          </p:txBody>
        </p:sp>
        <p:cxnSp>
          <p:nvCxnSpPr>
            <p:cNvPr id="26" name="直線コネクタ 25">
              <a:extLst>
                <a:ext uri="{FF2B5EF4-FFF2-40B4-BE49-F238E27FC236}">
                  <a16:creationId xmlns:a16="http://schemas.microsoft.com/office/drawing/2014/main" id="{AC2AD2DC-BBAA-48EB-0A11-EBCBBD0887E1}"/>
                </a:ext>
              </a:extLst>
            </p:cNvPr>
            <p:cNvCxnSpPr>
              <a:cxnSpLocks/>
            </p:cNvCxnSpPr>
            <p:nvPr/>
          </p:nvCxnSpPr>
          <p:spPr>
            <a:xfrm>
              <a:off x="3000314" y="3549501"/>
              <a:ext cx="816752" cy="0"/>
            </a:xfrm>
            <a:prstGeom prst="line">
              <a:avLst/>
            </a:prstGeom>
            <a:ln w="1905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コネクタ 26">
              <a:extLst>
                <a:ext uri="{FF2B5EF4-FFF2-40B4-BE49-F238E27FC236}">
                  <a16:creationId xmlns:a16="http://schemas.microsoft.com/office/drawing/2014/main" id="{D623F9E3-96D0-15C3-AC14-65EA31F580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17066" y="3537492"/>
              <a:ext cx="174143" cy="382266"/>
            </a:xfrm>
            <a:prstGeom prst="line">
              <a:avLst/>
            </a:prstGeom>
            <a:ln w="19050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コネクタ 27">
              <a:extLst>
                <a:ext uri="{FF2B5EF4-FFF2-40B4-BE49-F238E27FC236}">
                  <a16:creationId xmlns:a16="http://schemas.microsoft.com/office/drawing/2014/main" id="{0CCAA744-08AD-F362-888D-68584B4548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47843" y="4465559"/>
              <a:ext cx="1549894" cy="660265"/>
            </a:xfrm>
            <a:prstGeom prst="line">
              <a:avLst/>
            </a:prstGeom>
            <a:ln w="15875">
              <a:solidFill>
                <a:schemeClr val="tx1"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コネクタ 28">
              <a:extLst>
                <a:ext uri="{FF2B5EF4-FFF2-40B4-BE49-F238E27FC236}">
                  <a16:creationId xmlns:a16="http://schemas.microsoft.com/office/drawing/2014/main" id="{435FEF68-4053-A3D8-4BCA-9454EAB6D5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50159" y="3797273"/>
              <a:ext cx="1486787" cy="573924"/>
            </a:xfrm>
            <a:prstGeom prst="line">
              <a:avLst/>
            </a:prstGeom>
            <a:ln w="15875">
              <a:solidFill>
                <a:schemeClr val="tx1">
                  <a:alpha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91981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</Words>
  <Application>Microsoft Office PowerPoint</Application>
  <PresentationFormat>ワイド画面</PresentationFormat>
  <Paragraphs>8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堀部　青夏</dc:creator>
  <cp:lastModifiedBy>堀部　青夏</cp:lastModifiedBy>
  <cp:revision>2</cp:revision>
  <cp:lastPrinted>2025-12-03T17:09:09Z</cp:lastPrinted>
  <dcterms:created xsi:type="dcterms:W3CDTF">2025-12-03T17:07:18Z</dcterms:created>
  <dcterms:modified xsi:type="dcterms:W3CDTF">2025-12-03T17:11:28Z</dcterms:modified>
</cp:coreProperties>
</file>