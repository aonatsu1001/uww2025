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2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2354E-DC37-492B-B509-77D0603EF70C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3AAB2-0B7A-4389-A877-C2EA5F231FD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08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システム構成三つ目は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カメラ映像の表示です。</a:t>
            </a:r>
            <a:endParaRPr kumimoji="1" lang="en-US" altLang="ja-JP" dirty="0"/>
          </a:p>
          <a:p>
            <a:r>
              <a:rPr kumimoji="1" lang="ja-JP" altLang="en-US" dirty="0"/>
              <a:t>アイトラッキングで取得した視点が画面下部に移動すると、図のように視野外のキーボードの映像がポップアップ表示されます。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BBE1-A98F-44F1-874F-7D29C4955F0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87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B2D531-52FF-F069-7152-6E5F9B6F7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E49DD7-ACA5-D604-760F-AC72CC528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FEABED-697E-D1B6-DD34-531490F1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A6E9E2-6FA0-5F14-D2DD-75D47062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5E5A7F-02FC-94D2-2125-78E501A2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431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F9854-4DDD-F348-5E2A-9B89FF45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79D5FE-A786-6ABD-3F73-44309C29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A02014-3F89-082B-6566-925412B4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95BD4F-E89A-F375-BF8B-7880376D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C93C0F-BA6D-CD4D-0232-C529F1CD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69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D27F7-D720-5AFB-64FD-F33DDF7C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0FBA6C-75E5-6DC6-ADA4-309696F73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058878-7AFE-AABA-0789-E217F363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F2BA3D-7CE8-DEBF-31CE-0388A5F7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14F28C-6CEF-CBD8-D871-763F19EC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95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64E457-B335-2627-4BF2-0F94E9332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44DDEF-9746-C70F-98EB-5E1528D55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7A85D20-0EE9-ED68-BB17-B5732A7DE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DC8A62-5360-2149-D5ED-35BDBBCAC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3F55A6-AA77-E925-FE03-380AC55C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7803FB-A4E0-A6E8-DD9A-2DFD1E606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72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8C2960-B77C-2410-14F5-DDB5C9D3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97CC49-52E5-BA7C-74F6-11F2185EF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D3BB8F-6C35-35C5-FF4B-74843AE62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2819E2-67E7-1609-F9DA-BE65430A9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55F0A9A-B81A-9CCB-E652-BD9FADFD8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C7B39B-B6B3-C8E2-7CA1-D0A7E8A2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1F5CAF-68AF-638A-4CB5-B3D311E7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2454484-1435-143E-F213-45B52331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481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569AD5-E4EF-42E3-64F8-C05AF17A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74F078-0FBE-8DAF-06D3-53110250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14E542-46E0-86D0-9CAC-4DF4F040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7FA911-7B87-1243-B070-CA5CE4A3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361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2BE4A2-6125-4CDA-7594-0911D9C5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DD7171A-5CF2-3508-B3B1-32C98918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132391-748E-01D9-4EEA-A4A4C7C0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14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D8368E-61A5-E2F9-4B84-5D77FDD9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2D3471-B03A-B444-AE4D-190D98E3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8C425D-5993-EB61-FD91-8854C236D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AB0663-E797-0ABD-1F5B-4DBFCE116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89EE75-7956-4AC1-61E5-21B9BB3E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AAF13A-92DA-4727-C5B5-1DEE54DA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70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160003-778A-0C11-7955-F18EB66B1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EEB944-59ED-6B69-8DED-59FAFFF1F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141775-B3DE-BEBB-6211-ECE43ED55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A88630-C030-E5B4-62CE-C25F7317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A3DDAB-93D0-6B39-CDA3-1DB1D885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76B519-B282-D5B0-D278-6CBD10A4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5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A8768F-EEAB-2B02-527C-68282574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DB62CB-680B-CDC8-D42E-8E5E4FEC8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B920F3-BB28-83DC-21B0-9E0BDBF6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3813A3-BFC3-224E-046C-8591A84BA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754169-7921-9DD2-2A23-55D6A7F1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01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4C4FAC8-D118-0640-6EEA-74646DB7F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AA3181-949F-0A7D-9E29-6F6E790E3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BFE2CA-42E0-949C-E1A2-9D1370F8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659D75-3432-3B8C-AE25-47C178A1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9C31DE-3E96-AB81-0396-BA578C30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1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AAFDD2E-BF05-46FB-97AF-1B250AF2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CAD3DF-E887-34F0-0AC5-EF7EA2E0E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14C9F4-8551-E438-A862-EAE026102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160E8-DFCB-46AF-9E3A-822368754137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17FF6-6EA5-48F8-A273-EDB2EC149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700565-6265-2436-16B5-50DBDEC63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6BEF9-6F44-43E5-8474-48D913A393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14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287781-37C4-0B14-89E9-376B0C8F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EA861-8D2D-4038-AEDA-02A2EC55E7FD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DD79263-9516-9C57-C9F7-E0FE8FE2E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6149" y="0"/>
            <a:ext cx="7539702" cy="5392461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10D3505-3891-5CA1-CD89-842610283B76}"/>
              </a:ext>
            </a:extLst>
          </p:cNvPr>
          <p:cNvSpPr/>
          <p:nvPr/>
        </p:nvSpPr>
        <p:spPr>
          <a:xfrm>
            <a:off x="4823272" y="2670721"/>
            <a:ext cx="2751209" cy="19810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>
              <a:solidFill>
                <a:srgbClr val="FF0000"/>
              </a:solidFill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5F672C8-DD72-FB21-BFE6-3CCA2E5DDC3E}"/>
              </a:ext>
            </a:extLst>
          </p:cNvPr>
          <p:cNvCxnSpPr>
            <a:cxnSpLocks/>
          </p:cNvCxnSpPr>
          <p:nvPr/>
        </p:nvCxnSpPr>
        <p:spPr>
          <a:xfrm flipH="1">
            <a:off x="7574481" y="1609123"/>
            <a:ext cx="2813103" cy="118949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401F1A-773B-517F-D034-D5D1494A9F89}"/>
              </a:ext>
            </a:extLst>
          </p:cNvPr>
          <p:cNvSpPr txBox="1"/>
          <p:nvPr/>
        </p:nvSpPr>
        <p:spPr>
          <a:xfrm>
            <a:off x="9989058" y="1024348"/>
            <a:ext cx="2417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カメラ映像</a:t>
            </a:r>
          </a:p>
        </p:txBody>
      </p:sp>
    </p:spTree>
    <p:extLst>
      <p:ext uri="{BB962C8B-B14F-4D97-AF65-F5344CB8AC3E}">
        <p14:creationId xmlns:p14="http://schemas.microsoft.com/office/powerpoint/2010/main" val="316326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42</Words>
  <Application>Microsoft Office PowerPoint</Application>
  <PresentationFormat>ワイド画面</PresentationFormat>
  <Paragraphs>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堀部　青夏</dc:creator>
  <cp:lastModifiedBy>堀部　青夏</cp:lastModifiedBy>
  <cp:revision>6</cp:revision>
  <cp:lastPrinted>2024-11-20T04:57:05Z</cp:lastPrinted>
  <dcterms:created xsi:type="dcterms:W3CDTF">2024-11-08T06:45:40Z</dcterms:created>
  <dcterms:modified xsi:type="dcterms:W3CDTF">2024-11-26T06:22:13Z</dcterms:modified>
</cp:coreProperties>
</file>