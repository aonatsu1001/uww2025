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9429" autoAdjust="0"/>
  </p:normalViewPr>
  <p:slideViewPr>
    <p:cSldViewPr snapToGrid="0">
      <p:cViewPr varScale="1">
        <p:scale>
          <a:sx n="59" d="100"/>
          <a:sy n="59" d="100"/>
        </p:scale>
        <p:origin x="4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B1A79-D0BF-445B-A190-F709152D5EF5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9DF-C097-4134-9BF8-FA6F7A05D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68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D78F-8E4D-216E-8A0E-C2AEDFBF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62105D-DD1E-6CC8-BAAC-ABE7241C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DA18A87-39CC-5761-165C-5A4493DEA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提案システムは下の図のようになっていて、二つのデバイスを使用しています。</a:t>
            </a:r>
            <a:endParaRPr kumimoji="1" lang="en-US" altLang="ja-JP" dirty="0"/>
          </a:p>
          <a:p>
            <a:r>
              <a:rPr kumimoji="1" lang="ja-JP" altLang="en-US" dirty="0"/>
              <a:t>一つ目は、</a:t>
            </a:r>
            <a:r>
              <a:rPr kumimoji="1" lang="en-US" altLang="ja-JP" dirty="0"/>
              <a:t>Pico4 Enterprise</a:t>
            </a:r>
            <a:r>
              <a:rPr kumimoji="1" lang="ja-JP" altLang="en-US" dirty="0"/>
              <a:t>　という</a:t>
            </a:r>
            <a:r>
              <a:rPr kumimoji="1" lang="en-US" altLang="ja-JP" dirty="0"/>
              <a:t>HMD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r>
              <a:rPr kumimoji="1" lang="ja-JP" altLang="en-US" dirty="0"/>
              <a:t>今回のシステムで求められる、アイトラッキングでユーザの視点情報を読み取れること、カラーパススルーで実世界での実装が可能なこと、の二点から</a:t>
            </a:r>
            <a:r>
              <a:rPr kumimoji="1" lang="en-US" altLang="ja-JP" dirty="0"/>
              <a:t>Pico4 Enterprise</a:t>
            </a:r>
            <a:r>
              <a:rPr kumimoji="1" lang="ja-JP" altLang="en-US" dirty="0"/>
              <a:t>を採用しました。</a:t>
            </a:r>
            <a:endParaRPr kumimoji="1" lang="en-US" altLang="ja-JP" dirty="0"/>
          </a:p>
          <a:p>
            <a:r>
              <a:rPr kumimoji="1" lang="ja-JP" altLang="en-US" dirty="0"/>
              <a:t>二つ目は、</a:t>
            </a:r>
            <a:r>
              <a:rPr kumimoji="1" lang="en-US" altLang="ja-JP" dirty="0" err="1"/>
              <a:t>Logicool</a:t>
            </a:r>
            <a:r>
              <a:rPr kumimoji="1" lang="en-US" altLang="ja-JP" dirty="0"/>
              <a:t> C505e</a:t>
            </a:r>
            <a:r>
              <a:rPr kumimoji="1" lang="ja-JP" altLang="en-US" dirty="0"/>
              <a:t>　というウェブカメラです。</a:t>
            </a:r>
            <a:endParaRPr kumimoji="1" lang="en-US" altLang="ja-JP" dirty="0"/>
          </a:p>
          <a:p>
            <a:r>
              <a:rPr kumimoji="1" lang="ja-JP" altLang="en-US" dirty="0"/>
              <a:t>提案システムではユーザの下側の映像を取得するため、</a:t>
            </a:r>
            <a:r>
              <a:rPr kumimoji="1" lang="en-US" altLang="ja-JP" dirty="0"/>
              <a:t>HMD</a:t>
            </a:r>
            <a:r>
              <a:rPr kumimoji="1" lang="ja-JP" altLang="en-US" dirty="0"/>
              <a:t>の下側に取り付けて視野外の映像を取得します。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152EDE-6427-4B64-CB2E-F108885C0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BBE1-A98F-44F1-874F-7D29C4955F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20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DB169-9FCA-4E60-D6B2-C881373EA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021AFF-F08E-5226-CD81-90F59C4EA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4C28F6-82F1-66B0-7B89-BA847662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CF5609-5F07-53DF-F7B1-71B1F9B6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40A60D-7BFB-934E-B113-72F1B50B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42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BBED7-961C-B09C-4704-75F27EE5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A6D70-CD0C-3C1D-65E5-0D5942D2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B948FF-FACF-B949-0496-595805D2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B946E-8414-E2A7-371C-01E4F136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8653B3-A675-543E-7E57-8A94C8AA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80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290EA-FB2A-5896-28B2-BF831EFA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A1DF9A-80E5-D71F-E920-A2FAA7A76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6487FD-75E0-300D-2D23-19DCD214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5C5320-6F16-2177-1A19-C3A5BC98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DBCEF9-C799-47A2-73A2-9BC45B1E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32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50BE4C-BDA9-42CC-843E-A24063DA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540BA6-CE7E-04EA-5A0C-EF17A8FEB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DF5117-A3D4-5C4A-51EA-F5FF7AE14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E7E33A-E16A-DDA3-F2CE-F55BD80A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B7A9A4-A9E5-550D-EA93-CA2B67EA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A1D7D2-2316-7397-4047-B965AD13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82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C8287-BD38-2F63-4264-6BECB8E4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58895B-CF87-584F-06F6-19241066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B7F9DE-5CFC-A72E-773B-38C4A006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6D24C7-786B-1121-30D9-242B1B7DD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F8D949-F5B6-0834-A8AF-2526AF686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F7671A6-64BA-3C21-D2EB-2BCF6AEF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4651C5D-DB2C-0964-520C-6C4F3F7A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A30BA5-FF33-2E3D-82AA-4FFEC11E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94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D9568-FE91-358F-AF28-24C718ED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B37A98-6A9C-1BFC-3416-4C943DAC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0EC1A1-DB04-897D-26B0-A3CF4E11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63B56F-4EFA-580E-B8F4-C8C14F7E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45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9AC13AE-B67F-BB44-5614-A5A06591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20C3C9-D704-D9C4-7845-95B2A4ED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3FDDF9-F76D-FD3A-24DF-FE2D40FF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4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2D24D0-A6C1-B942-9DAF-61F062FF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1CF0B1-6054-F359-87DA-D6B67C560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9F9321-ACAA-9DA1-F1E2-A22AE9B5B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6A6959-F0E7-00FA-771B-6C50CB20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9568CC-7D41-56E1-9486-1708AAA9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34A597-1912-43DD-2EBD-DC8BAAA6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275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6D2824-5E86-8138-7ED7-4A2E5780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9A1AF6-9208-522D-271D-FD17AF803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B81A47-E61B-AB93-BB76-5628E06FF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AEEC78-94AE-C150-3DE9-557AFE7D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8F8E8F-5391-AAB9-91D3-361D9764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B69794-D52F-8040-468A-5ABA1DCD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80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2EEFCC-2F50-3A8D-00FB-AAAB2AA3D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58E9CE-9463-A7B4-2D01-CFAAE793E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E0A924-6DD9-BD41-6E2D-1B265F2C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399FD2-A723-7118-C1C0-D6B19FA7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99BCF5-AE58-56A9-88E4-9C93E228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65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964702-3B9D-8B7D-72A1-02F0211B6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4162CC-76F6-321D-BE9B-2341BE1A9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D78F5-07CE-AC18-9795-57E5E2ED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CD836D-DF55-98E4-4FFA-779CA414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CD9D4-C78C-640F-7EDA-0E770884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25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DF37356-DABD-4F89-3904-49DDE6DE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D48E2-FEF2-25CB-ECC1-CB197158A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5C2630-67A2-F85B-F9BA-566F650D8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01FDA-BCC6-49C9-8DB7-232818FF460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A80D1B-4DC1-1513-0BEF-DA45D0F4D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2F1E60-D1CB-E25B-F530-DEF670E6B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1C3C6-6E4D-4593-BD75-6902C2E0A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98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07C5-D3A0-AEE9-28A8-307CF9F7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コンピューターを使っている男性&#10;&#10;中程度の精度で自動的に生成された説明">
            <a:extLst>
              <a:ext uri="{FF2B5EF4-FFF2-40B4-BE49-F238E27FC236}">
                <a16:creationId xmlns:a16="http://schemas.microsoft.com/office/drawing/2014/main" id="{AD305F5C-44DF-8A20-3F5A-F451EDF13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836" y="310600"/>
            <a:ext cx="6867514" cy="4098114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60B78B-07FB-9CF8-CC3B-F4925653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EA861-8D2D-4038-AEDA-02A2EC55E7FD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0A095E-2133-5AC8-BA89-26C0CCFDA3C2}"/>
              </a:ext>
            </a:extLst>
          </p:cNvPr>
          <p:cNvCxnSpPr>
            <a:cxnSpLocks/>
          </p:cNvCxnSpPr>
          <p:nvPr/>
        </p:nvCxnSpPr>
        <p:spPr>
          <a:xfrm flipH="1" flipV="1">
            <a:off x="7135586" y="2171700"/>
            <a:ext cx="2943087" cy="10065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00E97A1-B887-97FF-942E-AA5FA97111AF}"/>
              </a:ext>
            </a:extLst>
          </p:cNvPr>
          <p:cNvCxnSpPr>
            <a:cxnSpLocks/>
          </p:cNvCxnSpPr>
          <p:nvPr/>
        </p:nvCxnSpPr>
        <p:spPr>
          <a:xfrm flipH="1" flipV="1">
            <a:off x="2241317" y="867771"/>
            <a:ext cx="4357090" cy="18210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A851364-C176-959F-6186-2A1351FC94F0}"/>
              </a:ext>
            </a:extLst>
          </p:cNvPr>
          <p:cNvSpPr txBox="1"/>
          <p:nvPr/>
        </p:nvSpPr>
        <p:spPr>
          <a:xfrm>
            <a:off x="10093435" y="2748941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/>
              <a:t>PICO 4 </a:t>
            </a:r>
          </a:p>
          <a:p>
            <a:r>
              <a:rPr kumimoji="1" lang="en-US" altLang="ja-JP" sz="2800" b="1" dirty="0"/>
              <a:t>Enterprise</a:t>
            </a:r>
            <a:endParaRPr kumimoji="1" lang="ja-JP" altLang="en-US" sz="2800" b="1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E601CCA-1D04-C1B4-C18B-345CB0CF4EEC}"/>
              </a:ext>
            </a:extLst>
          </p:cNvPr>
          <p:cNvSpPr txBox="1"/>
          <p:nvPr/>
        </p:nvSpPr>
        <p:spPr>
          <a:xfrm>
            <a:off x="-19449" y="531012"/>
            <a:ext cx="3802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ウェブカメラ</a:t>
            </a:r>
            <a:endParaRPr kumimoji="1" lang="en-US" altLang="ja-JP" sz="2800" b="1" dirty="0"/>
          </a:p>
          <a:p>
            <a:r>
              <a:rPr kumimoji="1" lang="en-US" altLang="ja-JP" sz="2800" b="1" dirty="0"/>
              <a:t>C505e</a:t>
            </a:r>
            <a:endParaRPr kumimoji="1" lang="ja-JP" altLang="en-US" sz="2800" b="1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70752EB-5A56-48DE-9C31-CE470977071E}"/>
              </a:ext>
            </a:extLst>
          </p:cNvPr>
          <p:cNvSpPr txBox="1"/>
          <p:nvPr/>
        </p:nvSpPr>
        <p:spPr>
          <a:xfrm>
            <a:off x="9782475" y="769539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角速度センサ</a:t>
            </a:r>
            <a:endParaRPr kumimoji="1" lang="en-US" altLang="ja-JP" sz="2800" b="1" dirty="0"/>
          </a:p>
          <a:p>
            <a:r>
              <a:rPr lang="en-US" altLang="ja-JP" sz="2800" b="1" dirty="0"/>
              <a:t>TSND151</a:t>
            </a:r>
            <a:endParaRPr kumimoji="1" lang="ja-JP" altLang="en-US" sz="2800" b="1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0CA8211-E46D-33BC-73C3-809A841ECA8A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8409338" y="769539"/>
            <a:ext cx="1373137" cy="47705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034B1B9-7246-EE04-30BA-BA6779040ABF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8203142" y="1500698"/>
            <a:ext cx="1875531" cy="6352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5E60188-DD6A-0EFE-A82B-5CEC879568D9}"/>
              </a:ext>
            </a:extLst>
          </p:cNvPr>
          <p:cNvSpPr txBox="1"/>
          <p:nvPr/>
        </p:nvSpPr>
        <p:spPr>
          <a:xfrm>
            <a:off x="10078673" y="1874326"/>
            <a:ext cx="380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ニット帽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1043CEA-30D6-CE58-1C16-DB6D501B7903}"/>
              </a:ext>
            </a:extLst>
          </p:cNvPr>
          <p:cNvSpPr txBox="1"/>
          <p:nvPr/>
        </p:nvSpPr>
        <p:spPr>
          <a:xfrm>
            <a:off x="989101" y="2197328"/>
            <a:ext cx="380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/>
              <a:t>PC</a:t>
            </a:r>
            <a:endParaRPr kumimoji="1" lang="ja-JP" altLang="en-US" sz="2800" b="1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1384DB5-AD83-699B-AAF6-12DE249B6954}"/>
              </a:ext>
            </a:extLst>
          </p:cNvPr>
          <p:cNvCxnSpPr>
            <a:cxnSpLocks/>
          </p:cNvCxnSpPr>
          <p:nvPr/>
        </p:nvCxnSpPr>
        <p:spPr>
          <a:xfrm flipH="1">
            <a:off x="1704138" y="2423848"/>
            <a:ext cx="1186019" cy="175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9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</TotalTime>
  <Words>116</Words>
  <Application>Microsoft Office PowerPoint</Application>
  <PresentationFormat>ワイド画面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堀部　青夏</dc:creator>
  <cp:lastModifiedBy>堀部　青夏</cp:lastModifiedBy>
  <cp:revision>25</cp:revision>
  <cp:lastPrinted>2024-11-27T04:41:21Z</cp:lastPrinted>
  <dcterms:created xsi:type="dcterms:W3CDTF">2024-11-07T07:30:46Z</dcterms:created>
  <dcterms:modified xsi:type="dcterms:W3CDTF">2024-11-27T04:45:37Z</dcterms:modified>
</cp:coreProperties>
</file>